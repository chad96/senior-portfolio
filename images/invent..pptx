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5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9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8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1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0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9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6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7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0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7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2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9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39D036-930C-CC3D-0E58-DC7BD6E31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91" b="90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0E3F5-6141-4262-CEBE-A88A57191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5716" y="5941756"/>
            <a:ext cx="10008805" cy="916234"/>
          </a:xfrm>
        </p:spPr>
        <p:txBody>
          <a:bodyPr anchor="ctr">
            <a:normAutofit/>
          </a:bodyPr>
          <a:lstStyle/>
          <a:p>
            <a:r>
              <a:rPr lang="en-ZA" sz="3600" dirty="0">
                <a:solidFill>
                  <a:srgbClr val="FF0000"/>
                </a:solidFill>
              </a:rPr>
              <a:t>		    Coding in Progress…</a:t>
            </a:r>
            <a:endParaRPr lang="en-ZA" sz="3600" dirty="0">
              <a:solidFill>
                <a:srgbClr val="FF0000"/>
              </a:solidFill>
              <a:latin typeface="Abadi Extra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471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Abadi Extra Light</vt:lpstr>
      <vt:lpstr>Arial</vt:lpstr>
      <vt:lpstr>Calisto MT</vt:lpstr>
      <vt:lpstr>Univers Condensed</vt:lpstr>
      <vt:lpstr>ChronicleVTI</vt:lpstr>
      <vt:lpstr>      Coding in Progress…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Chadrack Ndalamba</dc:creator>
  <cp:lastModifiedBy>Chadrack Ndalamba</cp:lastModifiedBy>
  <cp:revision>1</cp:revision>
  <dcterms:created xsi:type="dcterms:W3CDTF">2025-07-04T07:42:43Z</dcterms:created>
  <dcterms:modified xsi:type="dcterms:W3CDTF">2025-07-04T07:51:05Z</dcterms:modified>
</cp:coreProperties>
</file>